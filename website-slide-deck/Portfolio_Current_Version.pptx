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50292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91440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32588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73736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56032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97180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38328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182880"/>
            <a:ext cx="109728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ENTRANCE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PROFILE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ABILITIES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ARCHIVE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TIMELINE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PORTAL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[S01] Initial load — Hero viewport (desktop)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58000" y="2011680"/>
            <a:ext cx="2011680" cy="2011680"/>
          </a:xfrm>
          <a:prstGeom prst="ellips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1051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DIGITAL_GRIMOIRE.INIT()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" y="13258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 Thanh Loi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594360" y="205740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99AB"/>
                </a:solidFill>
              </a:rPr>
              <a:t>Information Technology student bridging infrastructure, analytical thinking, and Generative AI to build reliable software systems.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94360" y="288036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9AB"/>
                </a:solidFill>
              </a:rPr>
              <a:t>Leveraging IT infrastructure, analytical thinking, and Generative AI to optimize operational processes and data — creating tangible value while growing skills in coordinating comprehensive software systems.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4360" y="3703320"/>
            <a:ext cx="1508760" cy="347472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37490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</a:rPr>
              <a:t>Explore My World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286000" y="3703320"/>
            <a:ext cx="1508760" cy="347472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0" y="37490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View Projects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977640" y="3703320"/>
            <a:ext cx="1508760" cy="347472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77640" y="37490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GitHub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98080" y="1371600"/>
            <a:ext cx="3474720" cy="3474720"/>
          </a:xfrm>
          <a:prstGeom prst="roundRect">
            <a:avLst/>
          </a:prstGeom>
          <a:solidFill>
            <a:srgbClr val="0E1019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18120" y="1691640"/>
            <a:ext cx="2834640" cy="2834640"/>
          </a:xfrm>
          <a:prstGeom prst="roundRect">
            <a:avLst/>
          </a:prstGeom>
          <a:solidFill>
            <a:srgbClr val="0E1019"/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854964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A78BFA"/>
                </a:solidFill>
              </a:rPr>
              <a:t>✦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795528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MODULE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Fantasy × Tech Portal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818120" y="36576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online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focus: systems + 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archive: LLLVPN4423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"/>
            <a:ext cx="41148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ENTRANCE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PROFILE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ARCHIVE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TIMELINE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PORTAL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[S02] About Me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960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 PROFILE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1216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Me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94360" y="1691640"/>
            <a:ext cx="5394960" cy="2926080"/>
          </a:xfrm>
          <a:prstGeom prst="roundRect">
            <a:avLst/>
          </a:prstGeom>
          <a:solidFill>
            <a:srgbClr val="12151F">
              <a:alpha val="5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187452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99AB"/>
                </a:solidFill>
              </a:rPr>
              <a:t>SUMMARY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99AB"/>
                </a:solidFill>
              </a:rPr>
              <a:t>Fourth-year student at HUTECH (Vietnam–Japan Institute). I combine backend development, cross-platform apps, and AI integration with a focus on accurate data flow, standardized processes, and operational performance.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99AB"/>
                </a:solidFill>
              </a:rPr>
              <a:t>Building a solid foundation in system operations and administration, combining development logic with enterprise-oriented solutions and cloud infrastructure.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691640"/>
            <a:ext cx="5394960" cy="2926080"/>
          </a:xfrm>
          <a:prstGeom prst="roundRect">
            <a:avLst/>
          </a:prstGeom>
          <a:solidFill>
            <a:srgbClr val="0E1019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87452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</a:rPr>
              <a:t>ATTRIBUTES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</a:rPr>
              <a:t>Identity: Ly Thanh Loi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</a:rPr>
              <a:t>Institute: Information Technology — Vietnam–Japan Institute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</a:rPr>
              <a:t>Academy: Ho Chi Minh City University of Technology (HUTECH)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</a:rPr>
              <a:t>Cycle: 2022 – 2026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</a:rPr>
              <a:t>Status: Fourth-year student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</a:rPr>
              <a:t>Focus: Backend Developer · Team Lead · UI/UX Optimization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"/>
            <a:ext cx="347472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ENTRANCE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PROFILE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ARCHIVE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TIMELINE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PORTAL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[S03] Skills — default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960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ABILITIES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1216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Modules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4360" y="15727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9AB"/>
                </a:solidFill>
              </a:rPr>
              <a:t>Verified skills from my profile — select a module to inspect nodes.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196596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2057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Programming Languages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C# · Java · JavaScript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60520" y="196596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0248" y="2057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Frameworks &amp; Platforms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.NET MAUI · ASP.NET Core · Spring Boot (J2EE) · WinForms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26680" y="196596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36408" y="2057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Databases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SQL Server · MySQL · SQLite · Firebase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324612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337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Architecture &amp; Patterns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MVVM · Repository Pattern · Dependency Injection · RESTful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60520" y="324612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0248" y="3337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Testing &amp; Quality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NUnit · Gauge Framework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26680" y="324612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36408" y="3337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Tools, AI &amp; Platforms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Git / GitHub · Adobe XD · GitHub Copilot · Gemini, ChatGPT, Claude · Google Workspace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"/>
            <a:ext cx="347472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ENTRANCE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PROFILE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ARCHIVE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TIMELINE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PORTAL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[S04] Skills — Programming Languages detail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960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ABILITIES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1216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Modules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94360" y="196596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057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Programming Languages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C# · Java · JavaScript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196596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0248" y="2057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Frameworks &amp; Platforms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.NET MAUI · ASP.NET Core · Spring Boot (J2EE) · WinForms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26680" y="196596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36408" y="2057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Databases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SQL Server · MySQL · SQLite · Firebase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324612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3337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Architecture &amp; Patterns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MVVM · Repository Pattern · Dependency Injection · RESTful API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60520" y="324612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0248" y="3337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Testing &amp; Quality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NUnit · Gauge Framework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26680" y="3246120"/>
            <a:ext cx="3337560" cy="1051560"/>
          </a:xfrm>
          <a:prstGeom prst="roundRect">
            <a:avLst/>
          </a:prstGeom>
          <a:solidFill>
            <a:srgbClr val="12151F">
              <a:alpha val="6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36408" y="3337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Tools, AI &amp; Platforms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Git / GitHub · Adobe XD · GitHub Copilot · Gemini, ChatGPT, Claude · Google Workspace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" y="4526280"/>
            <a:ext cx="10927080" cy="1234440"/>
          </a:xfrm>
          <a:prstGeom prst="roundRect">
            <a:avLst/>
          </a:prstGeom>
          <a:solidFill>
            <a:srgbClr val="0E1019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663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</a:rPr>
              <a:t>MODULE DETAIL — Programming Languages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</a:rPr>
              <a:t>Dismiss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</a:rPr>
              <a:t>[C# (.NET 9 / 10)]  [Java]  [JavaScript (React)]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"/>
            <a:ext cx="475488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ENTRANCE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PROFILE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ARCHIVE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TIMELINE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PORTAL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[S05] Projects cards 1–4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960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ARCHIVE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1216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Artifacts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4360" y="15727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9AB"/>
                </a:solidFill>
              </a:rPr>
              <a:t>Projects sourced from my CV and public GitHub repositories — each links to the original repo.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2011680"/>
            <a:ext cx="5349240" cy="1508760"/>
          </a:xfrm>
          <a:prstGeom prst="roundRect">
            <a:avLst/>
          </a:prstGeom>
          <a:solidFill>
            <a:srgbClr val="12151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011680"/>
            <a:ext cx="5349240" cy="678942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12140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✎                    OPEN RECORD
</a:t>
            </a:r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CrayonNote
</a:t>
            </a:r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Cross-platform note-taking app (.NET MAUI) with AI-powered speech-to-text.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.NET MAUI · C# · SQLite (ORM) · OpenAI Whisper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200400"/>
            <a:ext cx="5349240" cy="320040"/>
          </a:xfrm>
          <a:prstGeom prst="rect">
            <a:avLst/>
          </a:prstGeom>
          <a:solidFill>
            <a:srgbClr val="07080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24612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GitHub    Live Demo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2011680"/>
            <a:ext cx="5349240" cy="1508760"/>
          </a:xfrm>
          <a:prstGeom prst="roundRect">
            <a:avLst/>
          </a:prstGeom>
          <a:solidFill>
            <a:srgbClr val="12151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011680"/>
            <a:ext cx="5349240" cy="678942"/>
          </a:xfrm>
          <a:prstGeom prst="rect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12140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文                    OPEN RECORD
</a:t>
            </a:r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MiniHongo
</a:t>
            </a:r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Mobile app for Japanese vocabulary and Kanji learning across platforms.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.NET MAUI · C# · SQLite · RESTful API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200400"/>
            <a:ext cx="5349240" cy="320040"/>
          </a:xfrm>
          <a:prstGeom prst="rect">
            <a:avLst/>
          </a:prstGeom>
          <a:solidFill>
            <a:srgbClr val="07080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24612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GitHub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" y="3703320"/>
            <a:ext cx="5349240" cy="1508760"/>
          </a:xfrm>
          <a:prstGeom prst="roundRect">
            <a:avLst/>
          </a:prstGeom>
          <a:solidFill>
            <a:srgbClr val="12151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3703320"/>
            <a:ext cx="5349240" cy="678942"/>
          </a:xfrm>
          <a:prstGeom prst="rect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81304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☽                    OPEN RECORD
</a:t>
            </a:r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Bé Tabby Tarot (Pet Tarot)
</a:t>
            </a:r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Bilingual (VI/EN) pet-themed tarot web app — 22 Major Arcana with shuffle and journal.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TypeScript · React · Next.js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" y="4892040"/>
            <a:ext cx="5349240" cy="320040"/>
          </a:xfrm>
          <a:prstGeom prst="rect">
            <a:avLst/>
          </a:prstGeom>
          <a:solidFill>
            <a:srgbClr val="07080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93776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GitHub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3703320"/>
            <a:ext cx="5349240" cy="1508760"/>
          </a:xfrm>
          <a:prstGeom prst="roundRect">
            <a:avLst/>
          </a:prstGeom>
          <a:solidFill>
            <a:srgbClr val="12151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3703320"/>
            <a:ext cx="5349240" cy="678942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81304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☁                    OPEN RECORD
</a:t>
            </a:r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AWS Internship Report Site
</a:t>
            </a:r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Bilingual Hugo site documenting AWS Vietnam FCJ Cloud Engineer internship.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Hugo · GitHub Actions · GitHub Pages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4892040"/>
            <a:ext cx="5349240" cy="320040"/>
          </a:xfrm>
          <a:prstGeom prst="rect">
            <a:avLst/>
          </a:prstGeom>
          <a:solidFill>
            <a:srgbClr val="07080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93776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GitHub    Live Demo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"/>
            <a:ext cx="475488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ENTRANCE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PROFILE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ARCHIVE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TIMELINE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PORTAL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[S06] Projects cards 5–6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960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ARCHIVE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1216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Artifacts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4360" y="15727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9AB"/>
                </a:solidFill>
              </a:rPr>
              <a:t>Projects sourced from my CV and public GitHub repositories — each links to the original repo.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2011680"/>
            <a:ext cx="5349240" cy="1508760"/>
          </a:xfrm>
          <a:prstGeom prst="roundRect">
            <a:avLst/>
          </a:prstGeom>
          <a:solidFill>
            <a:srgbClr val="12151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011680"/>
            <a:ext cx="5349240" cy="678942"/>
          </a:xfrm>
          <a:prstGeom prst="rect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12140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☑                    OPEN RECORD
</a:t>
            </a:r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Task Management System
</a:t>
            </a:r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Online task management and team collaboration with permissions and progress tracking.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Java Spring Boot · MySQL · Spring Security · RESTful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200400"/>
            <a:ext cx="5349240" cy="320040"/>
          </a:xfrm>
          <a:prstGeom prst="rect">
            <a:avLst/>
          </a:prstGeom>
          <a:solidFill>
            <a:srgbClr val="07080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24612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GitHub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2011680"/>
            <a:ext cx="5349240" cy="1508760"/>
          </a:xfrm>
          <a:prstGeom prst="roundRect">
            <a:avLst/>
          </a:prstGeom>
          <a:solidFill>
            <a:srgbClr val="12151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011680"/>
            <a:ext cx="5349240" cy="678942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12140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♫                    OPEN RECORD
</a:t>
            </a:r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Music Player (Desktop)
</a:t>
            </a:r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Windows multimedia player with modern UI, playlists, and multiple formats.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C# · WinForms · .NET · NUnit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200400"/>
            <a:ext cx="5349240" cy="320040"/>
          </a:xfrm>
          <a:prstGeom prst="rect">
            <a:avLst/>
          </a:prstGeom>
          <a:solidFill>
            <a:srgbClr val="07080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24612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GitHub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"/>
            <a:ext cx="475488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ENTRANCE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PROFILE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ARCHIVE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TIMELINE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PORTAL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[S07] Projects cards 1–4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960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ARCHIVE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1216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Artifacts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4360" y="15727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9AB"/>
                </a:solidFill>
              </a:rPr>
              <a:t>Projects sourced from my CV and public GitHub repositories — each links to the original repo.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2011680"/>
            <a:ext cx="5349240" cy="1508760"/>
          </a:xfrm>
          <a:prstGeom prst="roundRect">
            <a:avLst/>
          </a:prstGeom>
          <a:solidFill>
            <a:srgbClr val="12151F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011680"/>
            <a:ext cx="5349240" cy="678942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12140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✎                    OPEN RECORD
</a:t>
            </a:r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CrayonNote
</a:t>
            </a:r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Cross-platform note-taking app (.NET MAUI) with AI-powered speech-to-text.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.NET MAUI · C# · SQLite (ORM) · OpenAI Whisper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200400"/>
            <a:ext cx="5349240" cy="320040"/>
          </a:xfrm>
          <a:prstGeom prst="rect">
            <a:avLst/>
          </a:prstGeom>
          <a:solidFill>
            <a:srgbClr val="07080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24612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GitHub    Live Demo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2011680"/>
            <a:ext cx="5349240" cy="1508760"/>
          </a:xfrm>
          <a:prstGeom prst="roundRect">
            <a:avLst/>
          </a:prstGeom>
          <a:solidFill>
            <a:srgbClr val="12151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011680"/>
            <a:ext cx="5349240" cy="678942"/>
          </a:xfrm>
          <a:prstGeom prst="rect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12140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文                    OPEN RECORD
</a:t>
            </a:r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MiniHongo
</a:t>
            </a:r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Mobile app for Japanese vocabulary and Kanji learning across platforms.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.NET MAUI · C# · SQLite · RESTful API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200400"/>
            <a:ext cx="5349240" cy="320040"/>
          </a:xfrm>
          <a:prstGeom prst="rect">
            <a:avLst/>
          </a:prstGeom>
          <a:solidFill>
            <a:srgbClr val="07080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24612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GitHub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" y="3703320"/>
            <a:ext cx="5349240" cy="1508760"/>
          </a:xfrm>
          <a:prstGeom prst="roundRect">
            <a:avLst/>
          </a:prstGeom>
          <a:solidFill>
            <a:srgbClr val="12151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3703320"/>
            <a:ext cx="5349240" cy="678942"/>
          </a:xfrm>
          <a:prstGeom prst="rect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81304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☽                    OPEN RECORD
</a:t>
            </a:r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Bé Tabby Tarot (Pet Tarot)
</a:t>
            </a:r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Bilingual (VI/EN) pet-themed tarot web app — 22 Major Arcana with shuffle and journal.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TypeScript · React · Next.js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" y="4892040"/>
            <a:ext cx="5349240" cy="320040"/>
          </a:xfrm>
          <a:prstGeom prst="rect">
            <a:avLst/>
          </a:prstGeom>
          <a:solidFill>
            <a:srgbClr val="07080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93776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GitHub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3703320"/>
            <a:ext cx="5349240" cy="1508760"/>
          </a:xfrm>
          <a:prstGeom prst="roundRect">
            <a:avLst/>
          </a:prstGeom>
          <a:solidFill>
            <a:srgbClr val="12151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3703320"/>
            <a:ext cx="5349240" cy="678942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81304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☁                    OPEN RECORD
</a:t>
            </a:r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AWS Internship Report Site
</a:t>
            </a:r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Bilingual Hugo site documenting AWS Vietnam FCJ Cloud Engineer internship.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Hugo · GitHub Actions · GitHub Pages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4892040"/>
            <a:ext cx="5349240" cy="320040"/>
          </a:xfrm>
          <a:prstGeom prst="rect">
            <a:avLst/>
          </a:prstGeom>
          <a:solidFill>
            <a:srgbClr val="07080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93776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GitHub    Live Demo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"/>
            <a:ext cx="475488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ENTRANCE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PROFILE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ARCHIVE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TIMELINE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PORTAL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[S08] Before project modal open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" y="2011680"/>
            <a:ext cx="5349240" cy="1508760"/>
          </a:xfrm>
          <a:prstGeom prst="roundRect">
            <a:avLst/>
          </a:prstGeom>
          <a:solidFill>
            <a:srgbClr val="12151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011680"/>
            <a:ext cx="5349240" cy="678942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12140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✎                    OPEN RECORD
</a:t>
            </a:r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</a:rPr>
              <a:t>CrayonNote
</a:t>
            </a:r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Cross-platform note-taking app (.NET MAUI) with AI-powered speech-to-text.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.NET MAUI · C# · SQLite (ORM) · OpenAI Whisper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200400"/>
            <a:ext cx="5349240" cy="320040"/>
          </a:xfrm>
          <a:prstGeom prst="rect">
            <a:avLst/>
          </a:prstGeom>
          <a:solidFill>
            <a:srgbClr val="07080F">
              <a:alpha val="7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246120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GitHub    Live Demo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9AB"/>
                </a:solidFill>
              </a:rPr>
              <a:t>User clicks card → modal opens (S09)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"/>
            <a:ext cx="475488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ENTRANCE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PROFILE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ARCHIVE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TIMELINE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PORTAL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[S09] Project modal — CrayonNote open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19456"/>
            <a:ext cx="11548872" cy="6135624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777240"/>
            <a:ext cx="7772400" cy="5349240"/>
          </a:xfrm>
          <a:prstGeom prst="roundRect">
            <a:avLst/>
          </a:prstGeom>
          <a:solidFill>
            <a:srgbClr val="0E1019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914400"/>
            <a:ext cx="7315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ARTIFACT RECORD — ✎ CrayonNote — Close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OVERVIEW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Cross-platform note-taking app (.NET MAUI) with AI-powered speech-to-text.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PROBLEM &amp; PURPOSE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Optimize digitization of audio recordings and multimedia data management on mobile devices.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CONTRIBUTION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End-to-end development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FEATURES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• Cross-platform .NET MAUI 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• Local data with SQLite 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• Speech-to-text via OpenAI Whisper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• Azure OpenAI 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• MVVM architecture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TECHNOLOGY STACK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[.NET MAUI] [C#] [SQLite (ORM)] [OpenAI Whisper API] [Azure OpenAI] [MVVM]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View Source (GitHub)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"/>
            <a:ext cx="621792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ENTRANCE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PROFILE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ARCHIVE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TIMELINE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PORTAL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[S10] Timeline entries 1–4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960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 &amp; TIMELINE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1216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Chronicle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77240" y="1691640"/>
            <a:ext cx="27432" cy="4389120"/>
          </a:xfrm>
          <a:prstGeom prst="rect">
            <a:avLst/>
          </a:prstGeom>
          <a:solidFill>
            <a:srgbClr val="1E24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178308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1737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2022 – 2026 · Academy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Information Technology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HUTECH — Vietnam–Japan Institute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Fourth-year student; focus on software systems, backend, and cross-platform development.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" y="26517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26060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04/2024 – 06/2024 · Field 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Technician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Viet Nghiep Electronics Technology Co., Ltd.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Manufacturing circuit boards, programming, and completing electronic products.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" y="352044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4747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2024 – Present · Field 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Tour Guide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APEX Vietnam Travel Corporation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Lead student groups; communicate in Japanese and English per project schedule.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" y="438912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4343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— · Field 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Personal Trainer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TODAY FITNESS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Plan training schedules, support trainees, and digitize training progress records.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"/>
            <a:ext cx="621792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ENTRANCE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PROFILE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ARCHIVE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TIMELINE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PORTAL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[S11] Timeline entries 5–7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960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 &amp; TIMELINE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1216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Chronicle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77240" y="1691640"/>
            <a:ext cx="27432" cy="4389120"/>
          </a:xfrm>
          <a:prstGeom prst="rect">
            <a:avLst/>
          </a:prstGeom>
          <a:solidFill>
            <a:srgbClr val="1E24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178308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1737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04/2026 – 07/2026 · Signal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FCJ Cloud Engineer Intern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AWS Vietnam — First Cloud AI Journey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Hands-on cloud training; network infrastructure, servers, large-scale databases; Jira task management and data-flow optimization.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" y="26517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26060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03/2026 · Signal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Webinar "Beyond Code"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FPT Software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Enterprise solutions and low-code trends; leadership beyond pure technology.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" y="352044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4747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10/2025 · Signal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TechTogether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Bosch Vietnam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Industry 4.0 experience and career guidance from experts.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82880"/>
            <a:ext cx="105156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ENTRANCE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50208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PROFILE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74336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8464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ARCHIVE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22592" y="310896"/>
            <a:ext cx="96012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99AB"/>
                </a:solidFill>
              </a:rPr>
              <a:t>TIMELINE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310896"/>
            <a:ext cx="960120" cy="292608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215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PORTAL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[S12] Contact + Footer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960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PORTAL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1216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4360" y="1572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99AB"/>
                </a:solidFill>
              </a:rPr>
              <a:t>Open a channel for collaboration, internships, or project discussions.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2011680"/>
            <a:ext cx="2697480" cy="1005840"/>
          </a:xfrm>
          <a:prstGeom prst="roundRect">
            <a:avLst/>
          </a:prstGeom>
          <a:solidFill>
            <a:srgbClr val="12151F">
              <a:alpha val="5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ltl2004123@gmail.com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20440" y="2011680"/>
            <a:ext cx="2697480" cy="1005840"/>
          </a:xfrm>
          <a:prstGeom prst="roundRect">
            <a:avLst/>
          </a:prstGeom>
          <a:solidFill>
            <a:srgbClr val="12151F">
              <a:alpha val="5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GITHUB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@LLLVPN4423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5806440"/>
            <a:ext cx="11548872" cy="50292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897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9AB"/>
                </a:solidFill>
              </a:rPr>
              <a:t>© 2026 Ly Thanh Loi — Digital Archive          Projects    GitHub    Back to top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502920"/>
            <a:ext cx="0" cy="562356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50292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91440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32588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73736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56032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97180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383280"/>
            <a:ext cx="11548872" cy="0"/>
          </a:xfrm>
          <a:prstGeom prst="line">
            <a:avLst/>
          </a:prstGeom>
          <a:noFill/>
          <a:ln w="4445">
            <a:solidFill>
              <a:srgbClr val="1E2433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182880"/>
            <a:ext cx="11548872" cy="36576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182880"/>
            <a:ext cx="73152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835640" y="310896"/>
            <a:ext cx="77724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35640" y="32918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Menu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[S13] Mobile hero stacked layout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4360" y="9601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DIGITAL_GRIMOIRE.INIT()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1234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 Thanh Loi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594360" y="1828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9AB"/>
                </a:solidFill>
              </a:rPr>
              <a:t>Information Technology student bridging infrastructure, analytical thinking, and Generative AI to build reliable software systems.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286000" y="2743200"/>
            <a:ext cx="7589520" cy="2560320"/>
          </a:xfrm>
          <a:prstGeom prst="roundRect">
            <a:avLst/>
          </a:prstGeom>
          <a:solidFill>
            <a:srgbClr val="0E1019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310896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FA"/>
                </a:solidFill>
              </a:rPr>
              <a:t>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78BFA"/>
                </a:solidFill>
              </a:rPr>
              <a:t>CORE MODULE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78BFA"/>
                </a:solidFill>
              </a:rPr>
              <a:t>Fantasy × Tech Portal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22376"/>
            <a:ext cx="11548872" cy="1417320"/>
          </a:xfrm>
          <a:prstGeom prst="rect">
            <a:avLst/>
          </a:prstGeom>
          <a:solidFill>
            <a:srgbClr val="0E1019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229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Entrance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Profile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2252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Abilities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4264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Archive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627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Timeline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Portal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[S14] Mobile navigation open — editable mock; fonts: Georgia≈Cinzel, Calibri≈DM Sans, Consolas≈JetBrains Mono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11548872" cy="6172200"/>
          </a:xfrm>
          <a:prstGeom prst="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19456"/>
            <a:ext cx="11548872" cy="502920"/>
          </a:xfrm>
          <a:prstGeom prst="rect">
            <a:avLst/>
          </a:prstGeom>
          <a:solidFill>
            <a:srgbClr val="07080F">
              <a:alpha val="80000"/>
            </a:srgbClr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LTL ARCHIVE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835640" y="310896"/>
            <a:ext cx="777240" cy="292608"/>
          </a:xfrm>
          <a:prstGeom prst="roundRect">
            <a:avLst/>
          </a:prstGeom>
          <a:solidFill>
            <a:srgbClr val="07080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35640" y="32918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99AB"/>
                </a:solidFill>
              </a:rPr>
              <a:t>Menu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[S15] Mobile modal bottom sheet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"/>
            <a:ext cx="11548872" cy="6135624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26080"/>
            <a:ext cx="11548872" cy="3429000"/>
          </a:xfrm>
          <a:prstGeom prst="roundRect">
            <a:avLst/>
          </a:prstGeom>
          <a:solidFill>
            <a:srgbClr val="0E1019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ARTIFACT RECORD — CrayonNote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(full width, rounded top — items-end on mobile)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[S16] Storyboard — scroll reveal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Storyboard: Section Reveal (IntersectionObserver)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383280" cy="4114800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3108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Frame A — Initial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opacity: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translateY: 20px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(.reveal-hidden)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097280"/>
            <a:ext cx="3383280" cy="4114800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280160"/>
            <a:ext cx="3108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Frame B — Trigger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threshold: 0.12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rootMargin: 0px 0px -8% 0px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1097280"/>
            <a:ext cx="3383280" cy="4114800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280160"/>
            <a:ext cx="31089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Frame C — Visible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opacity: 1, translateY: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650ms cubic-bezier(0.22,1,0.36,1)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+ delayMs stagger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[S17] Storyboard — project modal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Storyboard: Project Detail Panel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10881360" cy="4389120"/>
          </a:xfrm>
          <a:prstGeom prst="roundRect">
            <a:avLst/>
          </a:prstGeom>
          <a:solidFill>
            <a:srgbClr val="12151F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99AB"/>
                </a:solidFill>
              </a:rPr>
              <a:t>1. Click project card → setSelected(project)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99AB"/>
                </a:solidFill>
              </a:rPr>
              <a:t>2. Overlay bg-black/70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99AB"/>
                </a:solidFill>
              </a:rPr>
              <a:t>3. Panel: bottom sheet (mobile) / centered (sm:)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99AB"/>
                </a:solidFill>
              </a:rPr>
              <a:t>4. document.body overflow hidden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99AB"/>
                </a:solidFill>
              </a:rPr>
              <a:t>5. Escape key → onClose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99AB"/>
                </a:solidFill>
              </a:rPr>
              <a:t>6. Click overlay → onClose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6446520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[S18] Storyboard — scroll progress — editable mock; fonts: Georgia≈Cinzel, Calibri≈DM Sans, Consolas≈JetBrains Mono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Storyboard: Scroll Progress Indicator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10881360" cy="45720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88720"/>
            <a:ext cx="9144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9AB"/>
                </a:solidFill>
              </a:rPr>
              <a:t>scrollY ratio ≈ 8% — transition width 150ms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10881360" cy="45720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651760"/>
            <a:ext cx="36576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614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9AB"/>
                </a:solidFill>
              </a:rPr>
              <a:t>scrollY ratio ≈ 34% — transition width 150ms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0881360" cy="45720"/>
          </a:xfrm>
          <a:prstGeom prst="rect">
            <a:avLst/>
          </a:prstGeom>
          <a:solidFill>
            <a:srgbClr val="0E10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4114800"/>
            <a:ext cx="7315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2245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9AB"/>
                </a:solidFill>
              </a:rPr>
              <a:t>scrollY ratio ≈ 67% — transition width 150ms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Current Version — Slide Deck</dc:title>
  <dc:subject>PptxGenJS Presentation</dc:subject>
  <dc:creator>Ly Thanh Loi</dc:creator>
  <cp:lastModifiedBy>Ly Thanh Loi</cp:lastModifiedBy>
  <cp:revision>1</cp:revision>
  <dcterms:created xsi:type="dcterms:W3CDTF">2026-10-17T10:55:36Z</dcterms:created>
  <dcterms:modified xsi:type="dcterms:W3CDTF">2026-10-17T10:55:36Z</dcterms:modified>
</cp:coreProperties>
</file>